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00400" cy="19202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920240"/>
          </a:xfrm>
          <a:prstGeom prst="rect">
            <a:avLst/>
          </a:prstGeom>
          <a:solidFill>
            <a:srgbClr val="F5EFE4"/>
          </a:solidFill>
          <a:ln w="25400">
            <a:solidFill>
              <a:srgbClr val="957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latin typeface="Arial"/>
              </a:defRPr>
            </a:pPr>
            <a:r>
              <a:t>{{company}}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73152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latin typeface="Arial"/>
              </a:defRPr>
            </a:pPr>
            <a:r>
              <a:t>{{dept_name}}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